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XED_THEME_BACKGROUND" descr="برج میلاد اصل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EDIT_LOGO__CHANGE_PICTURE" descr="template_logo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4592"/>
            <a:ext cx="1572768" cy="786384"/>
          </a:xfrm>
          <a:prstGeom prst="rect">
            <a:avLst/>
          </a:prstGeom>
        </p:spPr>
      </p:pic>
      <p:sp>
        <p:nvSpPr>
          <p:cNvPr id="4" name="EDIT_TITLE"/>
          <p:cNvSpPr txBox="1"/>
          <p:nvPr/>
        </p:nvSpPr>
        <p:spPr>
          <a:xfrm>
            <a:off x="3703320" y="2395728"/>
            <a:ext cx="4800600" cy="713232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3400" b="0">
                <a:solidFill>
                  <a:srgbClr val="0C2B68"/>
                </a:solidFill>
                <a:latin typeface="B Titr"/>
              </a:defRPr>
            </a:pPr>
            <a:r>
              <a:t>عنوان گزارش</a:t>
            </a:r>
          </a:p>
        </p:txBody>
      </p:sp>
      <p:sp>
        <p:nvSpPr>
          <p:cNvPr id="5" name="EDIT_SUBTITLE"/>
          <p:cNvSpPr txBox="1"/>
          <p:nvPr/>
        </p:nvSpPr>
        <p:spPr>
          <a:xfrm>
            <a:off x="4754880" y="3218688"/>
            <a:ext cx="2697480" cy="420624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2050" b="1">
                <a:solidFill>
                  <a:srgbClr val="19B5B8"/>
                </a:solidFill>
                <a:latin typeface="B Nazanin"/>
              </a:defRPr>
            </a:pPr>
            <a:r>
              <a:t>زیرعنوان / تاریخ</a:t>
            </a:r>
          </a:p>
        </p:txBody>
      </p:sp>
      <p:sp>
        <p:nvSpPr>
          <p:cNvPr id="6" name="EDIT_DEPARTMENT"/>
          <p:cNvSpPr txBox="1"/>
          <p:nvPr/>
        </p:nvSpPr>
        <p:spPr>
          <a:xfrm>
            <a:off x="4069080" y="6199632"/>
            <a:ext cx="4069080" cy="21945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150" b="1">
                <a:solidFill>
                  <a:srgbClr val="0C2B68"/>
                </a:solidFill>
                <a:latin typeface="B Nazanin"/>
              </a:defRPr>
            </a:pPr>
            <a:r>
              <a:t>مدیریت املاک و اقتصادی - اداره املاک و مستغلات</a:t>
            </a:r>
          </a:p>
        </p:txBody>
      </p:sp>
      <p:sp>
        <p:nvSpPr>
          <p:cNvPr id="7" name="EDIT_PAGE_NUMBER"/>
          <p:cNvSpPr txBox="1"/>
          <p:nvPr/>
        </p:nvSpPr>
        <p:spPr>
          <a:xfrm>
            <a:off x="11201400" y="6236208"/>
            <a:ext cx="502920" cy="274320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550" b="1">
                <a:solidFill>
                  <a:srgbClr val="0C2B68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XED_THEME_BACKGROUND" descr="برج میلاد اصل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EDIT_LOGO__CHANGE_PICTURE" descr="template_logo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91440"/>
            <a:ext cx="1325880" cy="662940"/>
          </a:xfrm>
          <a:prstGeom prst="rect">
            <a:avLst/>
          </a:prstGeom>
        </p:spPr>
      </p:pic>
      <p:sp>
        <p:nvSpPr>
          <p:cNvPr id="4" name="EDIT_PAGE_TITLE"/>
          <p:cNvSpPr txBox="1"/>
          <p:nvPr/>
        </p:nvSpPr>
        <p:spPr>
          <a:xfrm>
            <a:off x="3657600" y="941832"/>
            <a:ext cx="4892040" cy="457200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2400" b="0">
                <a:solidFill>
                  <a:srgbClr val="0C2B68"/>
                </a:solidFill>
                <a:latin typeface="B Titr"/>
              </a:defRPr>
            </a:pPr>
            <a:r>
              <a:t>عنوان فضا / ملک</a:t>
            </a:r>
          </a:p>
        </p:txBody>
      </p:sp>
      <p:sp>
        <p:nvSpPr>
          <p:cNvPr id="5" name="EDIT_DATE"/>
          <p:cNvSpPr txBox="1"/>
          <p:nvPr/>
        </p:nvSpPr>
        <p:spPr>
          <a:xfrm>
            <a:off x="8458200" y="1353312"/>
            <a:ext cx="1691640" cy="21945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r" rtl="1">
              <a:defRPr sz="1050" b="1">
                <a:solidFill>
                  <a:srgbClr val="19B5B8"/>
                </a:solidFill>
                <a:latin typeface="B Nazanin"/>
              </a:defRPr>
            </a:pPr>
            <a:r>
              <a:rPr dirty="0" err="1"/>
              <a:t>تاریخ</a:t>
            </a:r>
            <a:r>
              <a:rPr dirty="0"/>
              <a:t>: 1405/03/27</a:t>
            </a:r>
          </a:p>
        </p:txBody>
      </p:sp>
      <p:sp>
        <p:nvSpPr>
          <p:cNvPr id="6" name="EDIT_VALUE_BOX_1"/>
          <p:cNvSpPr/>
          <p:nvPr/>
        </p:nvSpPr>
        <p:spPr>
          <a:xfrm>
            <a:off x="1325880" y="175564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DIT_LABEL_BOX_1"/>
          <p:cNvSpPr/>
          <p:nvPr/>
        </p:nvSpPr>
        <p:spPr>
          <a:xfrm>
            <a:off x="4654296" y="175564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EDIT_VALUE_1"/>
          <p:cNvSpPr txBox="1"/>
          <p:nvPr/>
        </p:nvSpPr>
        <p:spPr>
          <a:xfrm>
            <a:off x="1371600" y="1773936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کد</a:t>
            </a:r>
          </a:p>
        </p:txBody>
      </p:sp>
      <p:sp>
        <p:nvSpPr>
          <p:cNvPr id="9" name="EDIT_LABEL_1"/>
          <p:cNvSpPr txBox="1"/>
          <p:nvPr/>
        </p:nvSpPr>
        <p:spPr>
          <a:xfrm>
            <a:off x="4681728" y="1773936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کد ملک</a:t>
            </a:r>
          </a:p>
        </p:txBody>
      </p:sp>
      <p:sp>
        <p:nvSpPr>
          <p:cNvPr id="10" name="EDIT_VALUE_BOX_2"/>
          <p:cNvSpPr/>
          <p:nvPr/>
        </p:nvSpPr>
        <p:spPr>
          <a:xfrm>
            <a:off x="1325880" y="217627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EDIT_LABEL_BOX_2"/>
          <p:cNvSpPr/>
          <p:nvPr/>
        </p:nvSpPr>
        <p:spPr>
          <a:xfrm>
            <a:off x="4654296" y="217627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DIT_VALUE_2"/>
          <p:cNvSpPr txBox="1"/>
          <p:nvPr/>
        </p:nvSpPr>
        <p:spPr>
          <a:xfrm>
            <a:off x="1371600" y="2194560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3" name="EDIT_LABEL_2"/>
          <p:cNvSpPr txBox="1"/>
          <p:nvPr/>
        </p:nvSpPr>
        <p:spPr>
          <a:xfrm>
            <a:off x="4681728" y="2194560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4" name="EDIT_VALUE_BOX_3"/>
          <p:cNvSpPr/>
          <p:nvPr/>
        </p:nvSpPr>
        <p:spPr>
          <a:xfrm>
            <a:off x="1325880" y="259689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EDIT_LABEL_BOX_3"/>
          <p:cNvSpPr/>
          <p:nvPr/>
        </p:nvSpPr>
        <p:spPr>
          <a:xfrm>
            <a:off x="4654296" y="259689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EDIT_VALUE_3"/>
          <p:cNvSpPr txBox="1"/>
          <p:nvPr/>
        </p:nvSpPr>
        <p:spPr>
          <a:xfrm>
            <a:off x="1371600" y="2615184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17" name="EDIT_LABEL_3"/>
          <p:cNvSpPr txBox="1"/>
          <p:nvPr/>
        </p:nvSpPr>
        <p:spPr>
          <a:xfrm>
            <a:off x="4681728" y="2615184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18" name="EDIT_VALUE_BOX_4"/>
          <p:cNvSpPr/>
          <p:nvPr/>
        </p:nvSpPr>
        <p:spPr>
          <a:xfrm>
            <a:off x="1325880" y="3017520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EDIT_LABEL_BOX_4"/>
          <p:cNvSpPr/>
          <p:nvPr/>
        </p:nvSpPr>
        <p:spPr>
          <a:xfrm>
            <a:off x="4654296" y="3017520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DIT_VALUE_4"/>
          <p:cNvSpPr txBox="1"/>
          <p:nvPr/>
        </p:nvSpPr>
        <p:spPr>
          <a:xfrm>
            <a:off x="1371600" y="3035808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1" name="EDIT_LABEL_4"/>
          <p:cNvSpPr txBox="1"/>
          <p:nvPr/>
        </p:nvSpPr>
        <p:spPr>
          <a:xfrm>
            <a:off x="4681728" y="3035808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2" name="EDIT_VALUE_BOX_5"/>
          <p:cNvSpPr/>
          <p:nvPr/>
        </p:nvSpPr>
        <p:spPr>
          <a:xfrm>
            <a:off x="1325880" y="3438144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EDIT_LABEL_BOX_5"/>
          <p:cNvSpPr/>
          <p:nvPr/>
        </p:nvSpPr>
        <p:spPr>
          <a:xfrm>
            <a:off x="4654296" y="3438144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DIT_VALUE_5"/>
          <p:cNvSpPr txBox="1"/>
          <p:nvPr/>
        </p:nvSpPr>
        <p:spPr>
          <a:xfrm>
            <a:off x="1371600" y="3456432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5" name="EDIT_LABEL_5"/>
          <p:cNvSpPr txBox="1"/>
          <p:nvPr/>
        </p:nvSpPr>
        <p:spPr>
          <a:xfrm>
            <a:off x="4681728" y="3456432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6" name="EDIT_VALUE_BOX_6"/>
          <p:cNvSpPr/>
          <p:nvPr/>
        </p:nvSpPr>
        <p:spPr>
          <a:xfrm>
            <a:off x="1325880" y="385876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DIT_LABEL_BOX_6"/>
          <p:cNvSpPr/>
          <p:nvPr/>
        </p:nvSpPr>
        <p:spPr>
          <a:xfrm>
            <a:off x="4654296" y="385876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DIT_VALUE_6"/>
          <p:cNvSpPr txBox="1"/>
          <p:nvPr/>
        </p:nvSpPr>
        <p:spPr>
          <a:xfrm>
            <a:off x="1371600" y="3877056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29" name="EDIT_LABEL_6"/>
          <p:cNvSpPr txBox="1"/>
          <p:nvPr/>
        </p:nvSpPr>
        <p:spPr>
          <a:xfrm>
            <a:off x="4681728" y="3877056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30" name="EDIT_VALUE_BOX_7"/>
          <p:cNvSpPr/>
          <p:nvPr/>
        </p:nvSpPr>
        <p:spPr>
          <a:xfrm>
            <a:off x="1325880" y="427939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DIT_LABEL_BOX_7"/>
          <p:cNvSpPr/>
          <p:nvPr/>
        </p:nvSpPr>
        <p:spPr>
          <a:xfrm>
            <a:off x="4654296" y="427939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EDIT_VALUE_7"/>
          <p:cNvSpPr txBox="1"/>
          <p:nvPr/>
        </p:nvSpPr>
        <p:spPr>
          <a:xfrm>
            <a:off x="1371600" y="4297679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3" name="EDIT_LABEL_7"/>
          <p:cNvSpPr txBox="1"/>
          <p:nvPr/>
        </p:nvSpPr>
        <p:spPr>
          <a:xfrm>
            <a:off x="4681728" y="4297679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4" name="EDIT_VALUE_BOX_8"/>
          <p:cNvSpPr/>
          <p:nvPr/>
        </p:nvSpPr>
        <p:spPr>
          <a:xfrm>
            <a:off x="1325880" y="470001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DIT_LABEL_BOX_8"/>
          <p:cNvSpPr/>
          <p:nvPr/>
        </p:nvSpPr>
        <p:spPr>
          <a:xfrm>
            <a:off x="4654296" y="470001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EDIT_VALUE_8"/>
          <p:cNvSpPr txBox="1"/>
          <p:nvPr/>
        </p:nvSpPr>
        <p:spPr>
          <a:xfrm>
            <a:off x="1371600" y="4718304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rPr dirty="0" err="1"/>
              <a:t>مبلغ</a:t>
            </a:r>
            <a:r>
              <a:rPr dirty="0"/>
              <a:t> </a:t>
            </a:r>
            <a:r>
              <a:rPr dirty="0" err="1"/>
              <a:t>سرمایه‌گذاری</a:t>
            </a:r>
            <a:endParaRPr dirty="0"/>
          </a:p>
        </p:txBody>
      </p:sp>
      <p:sp>
        <p:nvSpPr>
          <p:cNvPr id="37" name="EDIT_LABEL_8"/>
          <p:cNvSpPr txBox="1"/>
          <p:nvPr/>
        </p:nvSpPr>
        <p:spPr>
          <a:xfrm>
            <a:off x="4681728" y="4718304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rPr dirty="0" err="1"/>
              <a:t>مبلغ</a:t>
            </a:r>
            <a:r>
              <a:rPr dirty="0"/>
              <a:t> </a:t>
            </a:r>
            <a:r>
              <a:rPr dirty="0" err="1"/>
              <a:t>سرمایه‌گذاری</a:t>
            </a:r>
            <a:endParaRPr dirty="0"/>
          </a:p>
        </p:txBody>
      </p:sp>
      <p:sp>
        <p:nvSpPr>
          <p:cNvPr id="38" name="EDIT_NOTE_LABEL"/>
          <p:cNvSpPr txBox="1"/>
          <p:nvPr/>
        </p:nvSpPr>
        <p:spPr>
          <a:xfrm>
            <a:off x="4041648" y="5010912"/>
            <a:ext cx="1691640" cy="228600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r" rtl="1">
              <a:defRPr sz="1350" b="1">
                <a:solidFill>
                  <a:srgbClr val="19B5B8"/>
                </a:solidFill>
                <a:latin typeface="B Nazanin"/>
              </a:defRPr>
            </a:pPr>
            <a:r>
              <a:t>موقعیت ملک / توضیحات</a:t>
            </a:r>
          </a:p>
        </p:txBody>
      </p:sp>
      <p:sp>
        <p:nvSpPr>
          <p:cNvPr id="39" name="EDIT_NOTE_BOX"/>
          <p:cNvSpPr/>
          <p:nvPr/>
        </p:nvSpPr>
        <p:spPr>
          <a:xfrm>
            <a:off x="1325880" y="5257800"/>
            <a:ext cx="4407408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EDIT_NOTE"/>
          <p:cNvSpPr txBox="1"/>
          <p:nvPr/>
        </p:nvSpPr>
        <p:spPr>
          <a:xfrm>
            <a:off x="1435607" y="5349240"/>
            <a:ext cx="4187952" cy="530352"/>
          </a:xfrm>
          <a:prstGeom prst="rect">
            <a:avLst/>
          </a:prstGeom>
          <a:noFill/>
        </p:spPr>
        <p:txBody>
          <a:bodyPr wrap="square" lIns="15240" tIns="6350" rIns="15240" bIns="6350" anchor="t">
            <a:spAutoFit/>
          </a:bodyPr>
          <a:lstStyle/>
          <a:p>
            <a:pPr algn="r" rtl="1">
              <a:defRPr sz="1250" b="0">
                <a:solidFill>
                  <a:srgbClr val="687482"/>
                </a:solidFill>
                <a:latin typeface="B Nazanin"/>
              </a:defRPr>
            </a:pPr>
            <a:r>
              <a:t>متن موقعیت یا توضیحات را اینجا وارد کنید.</a:t>
            </a:r>
          </a:p>
        </p:txBody>
      </p:sp>
      <p:sp>
        <p:nvSpPr>
          <p:cNvPr id="41" name="EDIT_PHOTO_FRAME"/>
          <p:cNvSpPr/>
          <p:nvPr/>
        </p:nvSpPr>
        <p:spPr>
          <a:xfrm>
            <a:off x="6217920" y="1755648"/>
            <a:ext cx="388620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EDIT_PHOTO_RIGHT__CHANGE_PICTURE" descr="template_photo_placeh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5376"/>
            <a:ext cx="3666744" cy="4032504"/>
          </a:xfrm>
          <a:prstGeom prst="rect">
            <a:avLst/>
          </a:prstGeom>
        </p:spPr>
      </p:pic>
      <p:sp>
        <p:nvSpPr>
          <p:cNvPr id="43" name="EDIT_DEPARTMENT"/>
          <p:cNvSpPr txBox="1"/>
          <p:nvPr/>
        </p:nvSpPr>
        <p:spPr>
          <a:xfrm>
            <a:off x="4069080" y="6199632"/>
            <a:ext cx="4069080" cy="21945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150" b="1">
                <a:solidFill>
                  <a:srgbClr val="0C2B68"/>
                </a:solidFill>
                <a:latin typeface="B Nazanin"/>
              </a:defRPr>
            </a:pPr>
            <a:r>
              <a:t>مدیریت املاک و اقتصادی - اداره املاک و مستغلات</a:t>
            </a:r>
          </a:p>
        </p:txBody>
      </p:sp>
      <p:sp>
        <p:nvSpPr>
          <p:cNvPr id="44" name="EDIT_PAGE_NUMBER"/>
          <p:cNvSpPr txBox="1"/>
          <p:nvPr/>
        </p:nvSpPr>
        <p:spPr>
          <a:xfrm>
            <a:off x="318911" y="6419087"/>
            <a:ext cx="502920" cy="251351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550" b="1">
                <a:solidFill>
                  <a:srgbClr val="0C2B68"/>
                </a:solidFill>
                <a:latin typeface="Arial"/>
              </a:defRPr>
            </a:pPr>
            <a:r>
              <a:rPr dirty="0"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IXED_THEME_BACKGROUND" descr="milad_theme_mirro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EDIT_LOGO__CHANGE_PICTURE" descr="template_logo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91440"/>
            <a:ext cx="1325880" cy="662940"/>
          </a:xfrm>
          <a:prstGeom prst="rect">
            <a:avLst/>
          </a:prstGeom>
        </p:spPr>
      </p:pic>
      <p:sp>
        <p:nvSpPr>
          <p:cNvPr id="4" name="EDIT_PAGE_TITLE"/>
          <p:cNvSpPr txBox="1"/>
          <p:nvPr/>
        </p:nvSpPr>
        <p:spPr>
          <a:xfrm>
            <a:off x="3657600" y="941832"/>
            <a:ext cx="4892040" cy="457200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2400" b="0">
                <a:solidFill>
                  <a:srgbClr val="0C2B68"/>
                </a:solidFill>
                <a:latin typeface="B Titr"/>
              </a:defRPr>
            </a:pPr>
            <a:r>
              <a:t>عنوان فضا / ملک</a:t>
            </a:r>
          </a:p>
        </p:txBody>
      </p:sp>
      <p:sp>
        <p:nvSpPr>
          <p:cNvPr id="5" name="EDIT_DATE"/>
          <p:cNvSpPr txBox="1"/>
          <p:nvPr/>
        </p:nvSpPr>
        <p:spPr>
          <a:xfrm>
            <a:off x="2011680" y="1353312"/>
            <a:ext cx="1691640" cy="21945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l" rtl="1">
              <a:defRPr sz="1050" b="1">
                <a:solidFill>
                  <a:srgbClr val="19B5B8"/>
                </a:solidFill>
                <a:latin typeface="B Nazanin"/>
              </a:defRPr>
            </a:pPr>
            <a:r>
              <a:t>تاریخ: 1405/03/27</a:t>
            </a:r>
          </a:p>
        </p:txBody>
      </p:sp>
      <p:sp>
        <p:nvSpPr>
          <p:cNvPr id="6" name="EDIT_PHOTO_FRAME"/>
          <p:cNvSpPr/>
          <p:nvPr/>
        </p:nvSpPr>
        <p:spPr>
          <a:xfrm>
            <a:off x="1508760" y="1755648"/>
            <a:ext cx="3886200" cy="4251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EDIT_PHOTO_LEFT__CHANGE_PICTURE" descr="template_photo_placeh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1865376"/>
            <a:ext cx="3666744" cy="4032504"/>
          </a:xfrm>
          <a:prstGeom prst="rect">
            <a:avLst/>
          </a:prstGeom>
        </p:spPr>
      </p:pic>
      <p:sp>
        <p:nvSpPr>
          <p:cNvPr id="8" name="EDIT_VALUE_BOX_1"/>
          <p:cNvSpPr/>
          <p:nvPr/>
        </p:nvSpPr>
        <p:spPr>
          <a:xfrm>
            <a:off x="5989320" y="175564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EDIT_LABEL_BOX_1"/>
          <p:cNvSpPr/>
          <p:nvPr/>
        </p:nvSpPr>
        <p:spPr>
          <a:xfrm>
            <a:off x="9317736" y="175564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EDIT_VALUE_1"/>
          <p:cNvSpPr txBox="1"/>
          <p:nvPr/>
        </p:nvSpPr>
        <p:spPr>
          <a:xfrm>
            <a:off x="6035040" y="1773936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کد</a:t>
            </a:r>
          </a:p>
        </p:txBody>
      </p:sp>
      <p:sp>
        <p:nvSpPr>
          <p:cNvPr id="11" name="EDIT_LABEL_1"/>
          <p:cNvSpPr txBox="1"/>
          <p:nvPr/>
        </p:nvSpPr>
        <p:spPr>
          <a:xfrm>
            <a:off x="9345168" y="1773936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کد ملک</a:t>
            </a:r>
          </a:p>
        </p:txBody>
      </p:sp>
      <p:sp>
        <p:nvSpPr>
          <p:cNvPr id="12" name="EDIT_VALUE_BOX_2"/>
          <p:cNvSpPr/>
          <p:nvPr/>
        </p:nvSpPr>
        <p:spPr>
          <a:xfrm>
            <a:off x="5989320" y="217627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DIT_LABEL_BOX_2"/>
          <p:cNvSpPr/>
          <p:nvPr/>
        </p:nvSpPr>
        <p:spPr>
          <a:xfrm>
            <a:off x="9317736" y="217627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EDIT_VALUE_2"/>
          <p:cNvSpPr txBox="1"/>
          <p:nvPr/>
        </p:nvSpPr>
        <p:spPr>
          <a:xfrm>
            <a:off x="6035040" y="2194560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5" name="EDIT_LABEL_2"/>
          <p:cNvSpPr txBox="1"/>
          <p:nvPr/>
        </p:nvSpPr>
        <p:spPr>
          <a:xfrm>
            <a:off x="9345168" y="2194560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نام فضا</a:t>
            </a:r>
          </a:p>
        </p:txBody>
      </p:sp>
      <p:sp>
        <p:nvSpPr>
          <p:cNvPr id="16" name="EDIT_VALUE_BOX_3"/>
          <p:cNvSpPr/>
          <p:nvPr/>
        </p:nvSpPr>
        <p:spPr>
          <a:xfrm>
            <a:off x="5989320" y="259689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EDIT_LABEL_BOX_3"/>
          <p:cNvSpPr/>
          <p:nvPr/>
        </p:nvSpPr>
        <p:spPr>
          <a:xfrm>
            <a:off x="9317736" y="259689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EDIT_VALUE_3"/>
          <p:cNvSpPr txBox="1"/>
          <p:nvPr/>
        </p:nvSpPr>
        <p:spPr>
          <a:xfrm>
            <a:off x="6035040" y="2615184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19" name="EDIT_LABEL_3"/>
          <p:cNvSpPr txBox="1"/>
          <p:nvPr/>
        </p:nvSpPr>
        <p:spPr>
          <a:xfrm>
            <a:off x="9345168" y="2615184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نوع کاربری</a:t>
            </a:r>
          </a:p>
        </p:txBody>
      </p:sp>
      <p:sp>
        <p:nvSpPr>
          <p:cNvPr id="20" name="EDIT_VALUE_BOX_4"/>
          <p:cNvSpPr/>
          <p:nvPr/>
        </p:nvSpPr>
        <p:spPr>
          <a:xfrm>
            <a:off x="5989320" y="3017520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EDIT_LABEL_BOX_4"/>
          <p:cNvSpPr/>
          <p:nvPr/>
        </p:nvSpPr>
        <p:spPr>
          <a:xfrm>
            <a:off x="9317736" y="3017520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DIT_VALUE_4"/>
          <p:cNvSpPr txBox="1"/>
          <p:nvPr/>
        </p:nvSpPr>
        <p:spPr>
          <a:xfrm>
            <a:off x="6035040" y="3035808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3" name="EDIT_LABEL_4"/>
          <p:cNvSpPr txBox="1"/>
          <p:nvPr/>
        </p:nvSpPr>
        <p:spPr>
          <a:xfrm>
            <a:off x="9345168" y="3035808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متراژ</a:t>
            </a:r>
          </a:p>
        </p:txBody>
      </p:sp>
      <p:sp>
        <p:nvSpPr>
          <p:cNvPr id="24" name="EDIT_VALUE_BOX_5"/>
          <p:cNvSpPr/>
          <p:nvPr/>
        </p:nvSpPr>
        <p:spPr>
          <a:xfrm>
            <a:off x="5989320" y="3438144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EDIT_LABEL_BOX_5"/>
          <p:cNvSpPr/>
          <p:nvPr/>
        </p:nvSpPr>
        <p:spPr>
          <a:xfrm>
            <a:off x="9317736" y="3438144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DIT_VALUE_5"/>
          <p:cNvSpPr txBox="1"/>
          <p:nvPr/>
        </p:nvSpPr>
        <p:spPr>
          <a:xfrm>
            <a:off x="6035040" y="3456432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7" name="EDIT_LABEL_5"/>
          <p:cNvSpPr txBox="1"/>
          <p:nvPr/>
        </p:nvSpPr>
        <p:spPr>
          <a:xfrm>
            <a:off x="9345168" y="3456432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منطقه</a:t>
            </a:r>
          </a:p>
        </p:txBody>
      </p:sp>
      <p:sp>
        <p:nvSpPr>
          <p:cNvPr id="28" name="EDIT_VALUE_BOX_6"/>
          <p:cNvSpPr/>
          <p:nvPr/>
        </p:nvSpPr>
        <p:spPr>
          <a:xfrm>
            <a:off x="5989320" y="3858768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DIT_LABEL_BOX_6"/>
          <p:cNvSpPr/>
          <p:nvPr/>
        </p:nvSpPr>
        <p:spPr>
          <a:xfrm>
            <a:off x="9317736" y="3858768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DIT_VALUE_6"/>
          <p:cNvSpPr txBox="1"/>
          <p:nvPr/>
        </p:nvSpPr>
        <p:spPr>
          <a:xfrm>
            <a:off x="6035040" y="3877056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31" name="EDIT_LABEL_6"/>
          <p:cNvSpPr txBox="1"/>
          <p:nvPr/>
        </p:nvSpPr>
        <p:spPr>
          <a:xfrm>
            <a:off x="9345168" y="3877056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قیمت پایه</a:t>
            </a:r>
          </a:p>
        </p:txBody>
      </p:sp>
      <p:sp>
        <p:nvSpPr>
          <p:cNvPr id="32" name="EDIT_VALUE_BOX_7"/>
          <p:cNvSpPr/>
          <p:nvPr/>
        </p:nvSpPr>
        <p:spPr>
          <a:xfrm>
            <a:off x="5989320" y="4279392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EDIT_LABEL_BOX_7"/>
          <p:cNvSpPr/>
          <p:nvPr/>
        </p:nvSpPr>
        <p:spPr>
          <a:xfrm>
            <a:off x="9317736" y="4279392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DIT_VALUE_7"/>
          <p:cNvSpPr txBox="1"/>
          <p:nvPr/>
        </p:nvSpPr>
        <p:spPr>
          <a:xfrm>
            <a:off x="6035040" y="4297679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5" name="EDIT_LABEL_7"/>
          <p:cNvSpPr txBox="1"/>
          <p:nvPr/>
        </p:nvSpPr>
        <p:spPr>
          <a:xfrm>
            <a:off x="9345168" y="4297679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مدت قرارداد</a:t>
            </a:r>
          </a:p>
        </p:txBody>
      </p:sp>
      <p:sp>
        <p:nvSpPr>
          <p:cNvPr id="36" name="EDIT_VALUE_BOX_8"/>
          <p:cNvSpPr/>
          <p:nvPr/>
        </p:nvSpPr>
        <p:spPr>
          <a:xfrm>
            <a:off x="5989320" y="4700016"/>
            <a:ext cx="3328416" cy="3474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DIT_LABEL_BOX_8"/>
          <p:cNvSpPr/>
          <p:nvPr/>
        </p:nvSpPr>
        <p:spPr>
          <a:xfrm>
            <a:off x="9317736" y="4700016"/>
            <a:ext cx="1078992" cy="347472"/>
          </a:xfrm>
          <a:prstGeom prst="roundRect">
            <a:avLst>
              <a:gd name="adj" fmla="val 5000"/>
            </a:avLst>
          </a:prstGeom>
          <a:solidFill>
            <a:srgbClr val="F1FAFA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EDIT_VALUE_8"/>
          <p:cNvSpPr txBox="1"/>
          <p:nvPr/>
        </p:nvSpPr>
        <p:spPr>
          <a:xfrm>
            <a:off x="6035040" y="4718304"/>
            <a:ext cx="3236976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350" b="0">
                <a:solidFill>
                  <a:srgbClr val="20252C"/>
                </a:solidFill>
                <a:latin typeface="B Nazanin"/>
              </a:defRPr>
            </a:pPr>
            <a:r>
              <a:t>مبلغ سرمایه‌گذاری</a:t>
            </a:r>
          </a:p>
        </p:txBody>
      </p:sp>
      <p:sp>
        <p:nvSpPr>
          <p:cNvPr id="39" name="EDIT_LABEL_8"/>
          <p:cNvSpPr txBox="1"/>
          <p:nvPr/>
        </p:nvSpPr>
        <p:spPr>
          <a:xfrm>
            <a:off x="9345168" y="4718304"/>
            <a:ext cx="1024127" cy="31089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250" b="1">
                <a:solidFill>
                  <a:srgbClr val="0C2B68"/>
                </a:solidFill>
                <a:latin typeface="B Nazanin"/>
              </a:defRPr>
            </a:pPr>
            <a:r>
              <a:t>مبلغ سرمایه‌گذاری</a:t>
            </a:r>
          </a:p>
        </p:txBody>
      </p:sp>
      <p:sp>
        <p:nvSpPr>
          <p:cNvPr id="40" name="EDIT_NOTE_LABEL"/>
          <p:cNvSpPr txBox="1"/>
          <p:nvPr/>
        </p:nvSpPr>
        <p:spPr>
          <a:xfrm>
            <a:off x="8705088" y="5010912"/>
            <a:ext cx="1691640" cy="228600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r" rtl="1">
              <a:defRPr sz="1350" b="1">
                <a:solidFill>
                  <a:srgbClr val="19B5B8"/>
                </a:solidFill>
                <a:latin typeface="B Nazanin"/>
              </a:defRPr>
            </a:pPr>
            <a:r>
              <a:t>موقعیت ملک / توضیحات</a:t>
            </a:r>
          </a:p>
        </p:txBody>
      </p:sp>
      <p:sp>
        <p:nvSpPr>
          <p:cNvPr id="41" name="EDIT_NOTE_BOX"/>
          <p:cNvSpPr/>
          <p:nvPr/>
        </p:nvSpPr>
        <p:spPr>
          <a:xfrm>
            <a:off x="5989320" y="5257800"/>
            <a:ext cx="4407408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6DC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EDIT_NOTE"/>
          <p:cNvSpPr txBox="1"/>
          <p:nvPr/>
        </p:nvSpPr>
        <p:spPr>
          <a:xfrm>
            <a:off x="6099048" y="5349240"/>
            <a:ext cx="4187952" cy="530352"/>
          </a:xfrm>
          <a:prstGeom prst="rect">
            <a:avLst/>
          </a:prstGeom>
          <a:noFill/>
        </p:spPr>
        <p:txBody>
          <a:bodyPr wrap="square" lIns="15240" tIns="6350" rIns="15240" bIns="6350" anchor="t">
            <a:spAutoFit/>
          </a:bodyPr>
          <a:lstStyle/>
          <a:p>
            <a:pPr algn="r" rtl="1">
              <a:defRPr sz="1250" b="0">
                <a:solidFill>
                  <a:srgbClr val="687482"/>
                </a:solidFill>
                <a:latin typeface="B Nazanin"/>
              </a:defRPr>
            </a:pPr>
            <a:r>
              <a:t>متن موقعیت یا توضیحات را اینجا وارد کنید.</a:t>
            </a:r>
          </a:p>
        </p:txBody>
      </p:sp>
      <p:sp>
        <p:nvSpPr>
          <p:cNvPr id="43" name="EDIT_DEPARTMENT"/>
          <p:cNvSpPr txBox="1"/>
          <p:nvPr/>
        </p:nvSpPr>
        <p:spPr>
          <a:xfrm>
            <a:off x="4069080" y="6199632"/>
            <a:ext cx="4069080" cy="219456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150" b="1">
                <a:solidFill>
                  <a:srgbClr val="0C2B68"/>
                </a:solidFill>
                <a:latin typeface="B Nazanin"/>
              </a:defRPr>
            </a:pPr>
            <a:r>
              <a:t>مدیریت املاک و اقتصادی - اداره املاک و مستغلات</a:t>
            </a:r>
          </a:p>
        </p:txBody>
      </p:sp>
      <p:sp>
        <p:nvSpPr>
          <p:cNvPr id="44" name="EDIT_PAGE_NUMBER"/>
          <p:cNvSpPr txBox="1"/>
          <p:nvPr/>
        </p:nvSpPr>
        <p:spPr>
          <a:xfrm>
            <a:off x="11201400" y="6236208"/>
            <a:ext cx="502920" cy="274320"/>
          </a:xfrm>
          <a:prstGeom prst="rect">
            <a:avLst/>
          </a:prstGeom>
          <a:noFill/>
        </p:spPr>
        <p:txBody>
          <a:bodyPr wrap="square" lIns="15240" tIns="6350" rIns="15240" bIns="6350" anchor="ctr">
            <a:spAutoFit/>
          </a:bodyPr>
          <a:lstStyle/>
          <a:p>
            <a:pPr algn="ctr" rtl="1">
              <a:defRPr sz="1550" b="1">
                <a:solidFill>
                  <a:srgbClr val="0C2B68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 Nazanin</vt:lpstr>
      <vt:lpstr>B Titr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سید محمد کریمیان</cp:lastModifiedBy>
  <cp:revision>2</cp:revision>
  <dcterms:created xsi:type="dcterms:W3CDTF">2013-01-27T09:14:16Z</dcterms:created>
  <dcterms:modified xsi:type="dcterms:W3CDTF">2026-08-29T15:19:32Z</dcterms:modified>
  <cp:category/>
</cp:coreProperties>
</file>