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XED_THEME_BACKGROUND" descr="modern_architectural_corpora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EDIT_LOGO__CHANGE_PICTURE" descr="template_logo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64592"/>
            <a:ext cx="1572768" cy="786384"/>
          </a:xfrm>
          <a:prstGeom prst="rect">
            <a:avLst/>
          </a:prstGeom>
        </p:spPr>
      </p:pic>
      <p:sp>
        <p:nvSpPr>
          <p:cNvPr id="4" name="EDIT_TITLE"/>
          <p:cNvSpPr txBox="1"/>
          <p:nvPr/>
        </p:nvSpPr>
        <p:spPr>
          <a:xfrm>
            <a:off x="3703320" y="2395728"/>
            <a:ext cx="4800600" cy="713232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3400" b="0">
                <a:solidFill>
                  <a:srgbClr val="0C2B68"/>
                </a:solidFill>
                <a:latin typeface="B Titr"/>
              </a:defRPr>
            </a:pPr>
            <a:r>
              <a:t>عنوان گزارش</a:t>
            </a:r>
          </a:p>
        </p:txBody>
      </p:sp>
      <p:sp>
        <p:nvSpPr>
          <p:cNvPr id="5" name="EDIT_SUBTITLE"/>
          <p:cNvSpPr txBox="1"/>
          <p:nvPr/>
        </p:nvSpPr>
        <p:spPr>
          <a:xfrm>
            <a:off x="4754880" y="3218688"/>
            <a:ext cx="2697480" cy="420624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2050" b="1">
                <a:solidFill>
                  <a:srgbClr val="19B5B8"/>
                </a:solidFill>
                <a:latin typeface="B Nazanin"/>
              </a:defRPr>
            </a:pPr>
            <a:r>
              <a:t>زیرعنوان / تاریخ</a:t>
            </a:r>
          </a:p>
        </p:txBody>
      </p:sp>
      <p:sp>
        <p:nvSpPr>
          <p:cNvPr id="6" name="EDIT_DEPARTMENT"/>
          <p:cNvSpPr txBox="1"/>
          <p:nvPr/>
        </p:nvSpPr>
        <p:spPr>
          <a:xfrm>
            <a:off x="4069080" y="6199632"/>
            <a:ext cx="4069080" cy="21945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150" b="1">
                <a:solidFill>
                  <a:srgbClr val="0C2B68"/>
                </a:solidFill>
                <a:latin typeface="B Nazanin"/>
              </a:defRPr>
            </a:pPr>
            <a:r>
              <a:t>مدیریت املاک و اقتصادی - اداره املاک و مستغلات</a:t>
            </a:r>
          </a:p>
        </p:txBody>
      </p:sp>
      <p:sp>
        <p:nvSpPr>
          <p:cNvPr id="7" name="EDIT_PAGE_NUMBER"/>
          <p:cNvSpPr txBox="1"/>
          <p:nvPr/>
        </p:nvSpPr>
        <p:spPr>
          <a:xfrm>
            <a:off x="11201400" y="6236208"/>
            <a:ext cx="502920" cy="274320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550" b="1">
                <a:solidFill>
                  <a:srgbClr val="0C2B68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XED_THEME_BACKGROUND" descr="modern_architectural_corpora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EDIT_LOGO__CHANGE_PICTURE" descr="template_logo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36" y="91440"/>
            <a:ext cx="1325880" cy="662940"/>
          </a:xfrm>
          <a:prstGeom prst="rect">
            <a:avLst/>
          </a:prstGeom>
        </p:spPr>
      </p:pic>
      <p:sp>
        <p:nvSpPr>
          <p:cNvPr id="4" name="EDIT_PAGE_TITLE"/>
          <p:cNvSpPr txBox="1"/>
          <p:nvPr/>
        </p:nvSpPr>
        <p:spPr>
          <a:xfrm>
            <a:off x="3657600" y="941832"/>
            <a:ext cx="4892040" cy="457200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2400" b="0">
                <a:solidFill>
                  <a:srgbClr val="0C2B68"/>
                </a:solidFill>
                <a:latin typeface="B Titr"/>
              </a:defRPr>
            </a:pPr>
            <a:r>
              <a:t>عنوان فضا / ملک</a:t>
            </a:r>
          </a:p>
        </p:txBody>
      </p:sp>
      <p:sp>
        <p:nvSpPr>
          <p:cNvPr id="5" name="EDIT_DATE"/>
          <p:cNvSpPr txBox="1"/>
          <p:nvPr/>
        </p:nvSpPr>
        <p:spPr>
          <a:xfrm>
            <a:off x="8458200" y="1353312"/>
            <a:ext cx="1691640" cy="21945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r" rtl="1">
              <a:defRPr sz="1050" b="1">
                <a:solidFill>
                  <a:srgbClr val="19B5B8"/>
                </a:solidFill>
                <a:latin typeface="B Nazanin"/>
              </a:defRPr>
            </a:pPr>
            <a:r>
              <a:t>تاریخ: 1405/03/27</a:t>
            </a:r>
          </a:p>
        </p:txBody>
      </p:sp>
      <p:sp>
        <p:nvSpPr>
          <p:cNvPr id="6" name="EDIT_VALUE_BOX_1"/>
          <p:cNvSpPr/>
          <p:nvPr/>
        </p:nvSpPr>
        <p:spPr>
          <a:xfrm>
            <a:off x="1325880" y="1755648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_LABEL_BOX_1"/>
          <p:cNvSpPr/>
          <p:nvPr/>
        </p:nvSpPr>
        <p:spPr>
          <a:xfrm>
            <a:off x="4654296" y="1755648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_VALUE_1"/>
          <p:cNvSpPr txBox="1"/>
          <p:nvPr/>
        </p:nvSpPr>
        <p:spPr>
          <a:xfrm>
            <a:off x="1371600" y="1773936"/>
            <a:ext cx="3236976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کد</a:t>
            </a:r>
          </a:p>
        </p:txBody>
      </p:sp>
      <p:sp>
        <p:nvSpPr>
          <p:cNvPr id="9" name="EDIT_LABEL_1"/>
          <p:cNvSpPr txBox="1"/>
          <p:nvPr/>
        </p:nvSpPr>
        <p:spPr>
          <a:xfrm>
            <a:off x="4681728" y="1773936"/>
            <a:ext cx="1024127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کد ملک</a:t>
            </a:r>
          </a:p>
        </p:txBody>
      </p:sp>
      <p:sp>
        <p:nvSpPr>
          <p:cNvPr id="10" name="EDIT_VALUE_BOX_2"/>
          <p:cNvSpPr/>
          <p:nvPr/>
        </p:nvSpPr>
        <p:spPr>
          <a:xfrm>
            <a:off x="1325880" y="2176272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_LABEL_BOX_2"/>
          <p:cNvSpPr/>
          <p:nvPr/>
        </p:nvSpPr>
        <p:spPr>
          <a:xfrm>
            <a:off x="4654296" y="2176272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_VALUE_2"/>
          <p:cNvSpPr txBox="1"/>
          <p:nvPr/>
        </p:nvSpPr>
        <p:spPr>
          <a:xfrm>
            <a:off x="1371600" y="2194560"/>
            <a:ext cx="3236976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نام فضا</a:t>
            </a:r>
          </a:p>
        </p:txBody>
      </p:sp>
      <p:sp>
        <p:nvSpPr>
          <p:cNvPr id="13" name="EDIT_LABEL_2"/>
          <p:cNvSpPr txBox="1"/>
          <p:nvPr/>
        </p:nvSpPr>
        <p:spPr>
          <a:xfrm>
            <a:off x="4681728" y="2194560"/>
            <a:ext cx="1024127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نام فضا</a:t>
            </a:r>
          </a:p>
        </p:txBody>
      </p:sp>
      <p:sp>
        <p:nvSpPr>
          <p:cNvPr id="14" name="EDIT_VALUE_BOX_3"/>
          <p:cNvSpPr/>
          <p:nvPr/>
        </p:nvSpPr>
        <p:spPr>
          <a:xfrm>
            <a:off x="1325880" y="2596896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_LABEL_BOX_3"/>
          <p:cNvSpPr/>
          <p:nvPr/>
        </p:nvSpPr>
        <p:spPr>
          <a:xfrm>
            <a:off x="4654296" y="2596896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_VALUE_3"/>
          <p:cNvSpPr txBox="1"/>
          <p:nvPr/>
        </p:nvSpPr>
        <p:spPr>
          <a:xfrm>
            <a:off x="1371600" y="2615184"/>
            <a:ext cx="3236976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نوع کاربری</a:t>
            </a:r>
          </a:p>
        </p:txBody>
      </p:sp>
      <p:sp>
        <p:nvSpPr>
          <p:cNvPr id="17" name="EDIT_LABEL_3"/>
          <p:cNvSpPr txBox="1"/>
          <p:nvPr/>
        </p:nvSpPr>
        <p:spPr>
          <a:xfrm>
            <a:off x="4681728" y="2615184"/>
            <a:ext cx="1024127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نوع کاربری</a:t>
            </a:r>
          </a:p>
        </p:txBody>
      </p:sp>
      <p:sp>
        <p:nvSpPr>
          <p:cNvPr id="18" name="EDIT_VALUE_BOX_4"/>
          <p:cNvSpPr/>
          <p:nvPr/>
        </p:nvSpPr>
        <p:spPr>
          <a:xfrm>
            <a:off x="1325880" y="3017520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_LABEL_BOX_4"/>
          <p:cNvSpPr/>
          <p:nvPr/>
        </p:nvSpPr>
        <p:spPr>
          <a:xfrm>
            <a:off x="4654296" y="3017520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_VALUE_4"/>
          <p:cNvSpPr txBox="1"/>
          <p:nvPr/>
        </p:nvSpPr>
        <p:spPr>
          <a:xfrm>
            <a:off x="1371600" y="3035808"/>
            <a:ext cx="3236976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متراژ</a:t>
            </a:r>
          </a:p>
        </p:txBody>
      </p:sp>
      <p:sp>
        <p:nvSpPr>
          <p:cNvPr id="21" name="EDIT_LABEL_4"/>
          <p:cNvSpPr txBox="1"/>
          <p:nvPr/>
        </p:nvSpPr>
        <p:spPr>
          <a:xfrm>
            <a:off x="4681728" y="3035808"/>
            <a:ext cx="1024127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متراژ</a:t>
            </a:r>
          </a:p>
        </p:txBody>
      </p:sp>
      <p:sp>
        <p:nvSpPr>
          <p:cNvPr id="22" name="EDIT_VALUE_BOX_5"/>
          <p:cNvSpPr/>
          <p:nvPr/>
        </p:nvSpPr>
        <p:spPr>
          <a:xfrm>
            <a:off x="1325880" y="3438144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_LABEL_BOX_5"/>
          <p:cNvSpPr/>
          <p:nvPr/>
        </p:nvSpPr>
        <p:spPr>
          <a:xfrm>
            <a:off x="4654296" y="3438144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_VALUE_5"/>
          <p:cNvSpPr txBox="1"/>
          <p:nvPr/>
        </p:nvSpPr>
        <p:spPr>
          <a:xfrm>
            <a:off x="1371600" y="3456432"/>
            <a:ext cx="3236976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منطقه</a:t>
            </a:r>
          </a:p>
        </p:txBody>
      </p:sp>
      <p:sp>
        <p:nvSpPr>
          <p:cNvPr id="25" name="EDIT_LABEL_5"/>
          <p:cNvSpPr txBox="1"/>
          <p:nvPr/>
        </p:nvSpPr>
        <p:spPr>
          <a:xfrm>
            <a:off x="4681728" y="3456432"/>
            <a:ext cx="1024127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منطقه</a:t>
            </a:r>
          </a:p>
        </p:txBody>
      </p:sp>
      <p:sp>
        <p:nvSpPr>
          <p:cNvPr id="26" name="EDIT_VALUE_BOX_6"/>
          <p:cNvSpPr/>
          <p:nvPr/>
        </p:nvSpPr>
        <p:spPr>
          <a:xfrm>
            <a:off x="1325880" y="3858768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_LABEL_BOX_6"/>
          <p:cNvSpPr/>
          <p:nvPr/>
        </p:nvSpPr>
        <p:spPr>
          <a:xfrm>
            <a:off x="4654296" y="3858768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_VALUE_6"/>
          <p:cNvSpPr txBox="1"/>
          <p:nvPr/>
        </p:nvSpPr>
        <p:spPr>
          <a:xfrm>
            <a:off x="1371600" y="3877056"/>
            <a:ext cx="3236976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قیمت پایه</a:t>
            </a:r>
          </a:p>
        </p:txBody>
      </p:sp>
      <p:sp>
        <p:nvSpPr>
          <p:cNvPr id="29" name="EDIT_LABEL_6"/>
          <p:cNvSpPr txBox="1"/>
          <p:nvPr/>
        </p:nvSpPr>
        <p:spPr>
          <a:xfrm>
            <a:off x="4681728" y="3877056"/>
            <a:ext cx="1024127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قیمت پایه</a:t>
            </a:r>
          </a:p>
        </p:txBody>
      </p:sp>
      <p:sp>
        <p:nvSpPr>
          <p:cNvPr id="30" name="EDIT_VALUE_BOX_7"/>
          <p:cNvSpPr/>
          <p:nvPr/>
        </p:nvSpPr>
        <p:spPr>
          <a:xfrm>
            <a:off x="1325880" y="4279392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_LABEL_BOX_7"/>
          <p:cNvSpPr/>
          <p:nvPr/>
        </p:nvSpPr>
        <p:spPr>
          <a:xfrm>
            <a:off x="4654296" y="4279392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_VALUE_7"/>
          <p:cNvSpPr txBox="1"/>
          <p:nvPr/>
        </p:nvSpPr>
        <p:spPr>
          <a:xfrm>
            <a:off x="1371600" y="4297679"/>
            <a:ext cx="3236976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مدت قرارداد</a:t>
            </a:r>
          </a:p>
        </p:txBody>
      </p:sp>
      <p:sp>
        <p:nvSpPr>
          <p:cNvPr id="33" name="EDIT_LABEL_7"/>
          <p:cNvSpPr txBox="1"/>
          <p:nvPr/>
        </p:nvSpPr>
        <p:spPr>
          <a:xfrm>
            <a:off x="4681728" y="4297679"/>
            <a:ext cx="1024127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مدت قرارداد</a:t>
            </a:r>
          </a:p>
        </p:txBody>
      </p:sp>
      <p:sp>
        <p:nvSpPr>
          <p:cNvPr id="34" name="EDIT_VALUE_BOX_8"/>
          <p:cNvSpPr/>
          <p:nvPr/>
        </p:nvSpPr>
        <p:spPr>
          <a:xfrm>
            <a:off x="1325880" y="4700016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_LABEL_BOX_8"/>
          <p:cNvSpPr/>
          <p:nvPr/>
        </p:nvSpPr>
        <p:spPr>
          <a:xfrm>
            <a:off x="4654296" y="4700016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_VALUE_8"/>
          <p:cNvSpPr txBox="1"/>
          <p:nvPr/>
        </p:nvSpPr>
        <p:spPr>
          <a:xfrm>
            <a:off x="1371600" y="4718304"/>
            <a:ext cx="3236976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مبلغ سرمایه‌گذاری</a:t>
            </a:r>
          </a:p>
        </p:txBody>
      </p:sp>
      <p:sp>
        <p:nvSpPr>
          <p:cNvPr id="37" name="EDIT_LABEL_8"/>
          <p:cNvSpPr txBox="1"/>
          <p:nvPr/>
        </p:nvSpPr>
        <p:spPr>
          <a:xfrm>
            <a:off x="4681728" y="4718304"/>
            <a:ext cx="1024127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مبلغ سرمایه‌گذاری</a:t>
            </a:r>
          </a:p>
        </p:txBody>
      </p:sp>
      <p:sp>
        <p:nvSpPr>
          <p:cNvPr id="38" name="EDIT_NOTE_LABEL"/>
          <p:cNvSpPr txBox="1"/>
          <p:nvPr/>
        </p:nvSpPr>
        <p:spPr>
          <a:xfrm>
            <a:off x="4041648" y="5010912"/>
            <a:ext cx="1691640" cy="228600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r" rtl="1">
              <a:defRPr sz="1350" b="1">
                <a:solidFill>
                  <a:srgbClr val="19B5B8"/>
                </a:solidFill>
                <a:latin typeface="B Nazanin"/>
              </a:defRPr>
            </a:pPr>
            <a:r>
              <a:t>موقعیت ملک / توضیحات</a:t>
            </a:r>
          </a:p>
        </p:txBody>
      </p:sp>
      <p:sp>
        <p:nvSpPr>
          <p:cNvPr id="39" name="EDIT_NOTE_BOX"/>
          <p:cNvSpPr/>
          <p:nvPr/>
        </p:nvSpPr>
        <p:spPr>
          <a:xfrm>
            <a:off x="1325880" y="5257800"/>
            <a:ext cx="4407408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_NOTE"/>
          <p:cNvSpPr txBox="1"/>
          <p:nvPr/>
        </p:nvSpPr>
        <p:spPr>
          <a:xfrm>
            <a:off x="1435607" y="5349240"/>
            <a:ext cx="4187952" cy="530352"/>
          </a:xfrm>
          <a:prstGeom prst="rect">
            <a:avLst/>
          </a:prstGeom>
          <a:noFill/>
        </p:spPr>
        <p:txBody>
          <a:bodyPr wrap="square" lIns="15240" rIns="15240" tIns="6350" bIns="6350" anchor="t">
            <a:spAutoFit/>
          </a:bodyPr>
          <a:lstStyle/>
          <a:p>
            <a:pPr algn="r" rtl="1">
              <a:defRPr sz="1250" b="0">
                <a:solidFill>
                  <a:srgbClr val="687482"/>
                </a:solidFill>
                <a:latin typeface="B Nazanin"/>
              </a:defRPr>
            </a:pPr>
            <a:r>
              <a:t>متن موقعیت یا توضیحات را اینجا وارد کنید.</a:t>
            </a:r>
          </a:p>
        </p:txBody>
      </p:sp>
      <p:sp>
        <p:nvSpPr>
          <p:cNvPr id="41" name="EDIT_PHOTO_FRAME"/>
          <p:cNvSpPr/>
          <p:nvPr/>
        </p:nvSpPr>
        <p:spPr>
          <a:xfrm>
            <a:off x="6217920" y="1755648"/>
            <a:ext cx="3886200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EDIT_PHOTO_RIGHT__CHANGE_PICTURE" descr="template_photo_placehol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5376"/>
            <a:ext cx="3666744" cy="4032504"/>
          </a:xfrm>
          <a:prstGeom prst="rect">
            <a:avLst/>
          </a:prstGeom>
        </p:spPr>
      </p:pic>
      <p:sp>
        <p:nvSpPr>
          <p:cNvPr id="43" name="EDIT_DEPARTMENT"/>
          <p:cNvSpPr txBox="1"/>
          <p:nvPr/>
        </p:nvSpPr>
        <p:spPr>
          <a:xfrm>
            <a:off x="4069080" y="6199632"/>
            <a:ext cx="4069080" cy="21945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150" b="1">
                <a:solidFill>
                  <a:srgbClr val="0C2B68"/>
                </a:solidFill>
                <a:latin typeface="B Nazanin"/>
              </a:defRPr>
            </a:pPr>
            <a:r>
              <a:t>مدیریت املاک و اقتصادی - اداره املاک و مستغلات</a:t>
            </a:r>
          </a:p>
        </p:txBody>
      </p:sp>
      <p:sp>
        <p:nvSpPr>
          <p:cNvPr id="44" name="EDIT_PAGE_NUMBER"/>
          <p:cNvSpPr txBox="1"/>
          <p:nvPr/>
        </p:nvSpPr>
        <p:spPr>
          <a:xfrm>
            <a:off x="11201400" y="6236208"/>
            <a:ext cx="502920" cy="274320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550" b="1">
                <a:solidFill>
                  <a:srgbClr val="0C2B68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XED_THEME_BACKGROUND" descr="azadi_theme_mirro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EDIT_LOGO__CHANGE_PICTURE" descr="template_logo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36" y="91440"/>
            <a:ext cx="1325880" cy="662940"/>
          </a:xfrm>
          <a:prstGeom prst="rect">
            <a:avLst/>
          </a:prstGeom>
        </p:spPr>
      </p:pic>
      <p:sp>
        <p:nvSpPr>
          <p:cNvPr id="4" name="EDIT_PAGE_TITLE"/>
          <p:cNvSpPr txBox="1"/>
          <p:nvPr/>
        </p:nvSpPr>
        <p:spPr>
          <a:xfrm>
            <a:off x="3657600" y="941832"/>
            <a:ext cx="4892040" cy="457200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2400" b="0">
                <a:solidFill>
                  <a:srgbClr val="0C2B68"/>
                </a:solidFill>
                <a:latin typeface="B Titr"/>
              </a:defRPr>
            </a:pPr>
            <a:r>
              <a:t>عنوان فضا / ملک</a:t>
            </a:r>
          </a:p>
        </p:txBody>
      </p:sp>
      <p:sp>
        <p:nvSpPr>
          <p:cNvPr id="5" name="EDIT_DATE"/>
          <p:cNvSpPr txBox="1"/>
          <p:nvPr/>
        </p:nvSpPr>
        <p:spPr>
          <a:xfrm>
            <a:off x="2011680" y="1353312"/>
            <a:ext cx="1691640" cy="21945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l" rtl="1">
              <a:defRPr sz="1050" b="1">
                <a:solidFill>
                  <a:srgbClr val="19B5B8"/>
                </a:solidFill>
                <a:latin typeface="B Nazanin"/>
              </a:defRPr>
            </a:pPr>
            <a:r>
              <a:t>تاریخ: 1405/03/27</a:t>
            </a:r>
          </a:p>
        </p:txBody>
      </p:sp>
      <p:sp>
        <p:nvSpPr>
          <p:cNvPr id="6" name="EDIT_PHOTO_FRAME"/>
          <p:cNvSpPr/>
          <p:nvPr/>
        </p:nvSpPr>
        <p:spPr>
          <a:xfrm>
            <a:off x="1508760" y="1755648"/>
            <a:ext cx="3886200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EDIT_PHOTO_LEFT__CHANGE_PICTURE" descr="template_photo_placehol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488" y="1865376"/>
            <a:ext cx="3666744" cy="4032504"/>
          </a:xfrm>
          <a:prstGeom prst="rect">
            <a:avLst/>
          </a:prstGeom>
        </p:spPr>
      </p:pic>
      <p:sp>
        <p:nvSpPr>
          <p:cNvPr id="8" name="EDIT_VALUE_BOX_1"/>
          <p:cNvSpPr/>
          <p:nvPr/>
        </p:nvSpPr>
        <p:spPr>
          <a:xfrm>
            <a:off x="5989320" y="1755648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_LABEL_BOX_1"/>
          <p:cNvSpPr/>
          <p:nvPr/>
        </p:nvSpPr>
        <p:spPr>
          <a:xfrm>
            <a:off x="9317736" y="1755648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_VALUE_1"/>
          <p:cNvSpPr txBox="1"/>
          <p:nvPr/>
        </p:nvSpPr>
        <p:spPr>
          <a:xfrm>
            <a:off x="6035040" y="1773936"/>
            <a:ext cx="3236976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کد</a:t>
            </a:r>
          </a:p>
        </p:txBody>
      </p:sp>
      <p:sp>
        <p:nvSpPr>
          <p:cNvPr id="11" name="EDIT_LABEL_1"/>
          <p:cNvSpPr txBox="1"/>
          <p:nvPr/>
        </p:nvSpPr>
        <p:spPr>
          <a:xfrm>
            <a:off x="9345168" y="1773936"/>
            <a:ext cx="1024127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کد ملک</a:t>
            </a:r>
          </a:p>
        </p:txBody>
      </p:sp>
      <p:sp>
        <p:nvSpPr>
          <p:cNvPr id="12" name="EDIT_VALUE_BOX_2"/>
          <p:cNvSpPr/>
          <p:nvPr/>
        </p:nvSpPr>
        <p:spPr>
          <a:xfrm>
            <a:off x="5989320" y="2176272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_LABEL_BOX_2"/>
          <p:cNvSpPr/>
          <p:nvPr/>
        </p:nvSpPr>
        <p:spPr>
          <a:xfrm>
            <a:off x="9317736" y="2176272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_VALUE_2"/>
          <p:cNvSpPr txBox="1"/>
          <p:nvPr/>
        </p:nvSpPr>
        <p:spPr>
          <a:xfrm>
            <a:off x="6035040" y="2194560"/>
            <a:ext cx="3236976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نام فضا</a:t>
            </a:r>
          </a:p>
        </p:txBody>
      </p:sp>
      <p:sp>
        <p:nvSpPr>
          <p:cNvPr id="15" name="EDIT_LABEL_2"/>
          <p:cNvSpPr txBox="1"/>
          <p:nvPr/>
        </p:nvSpPr>
        <p:spPr>
          <a:xfrm>
            <a:off x="9345168" y="2194560"/>
            <a:ext cx="1024127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نام فضا</a:t>
            </a:r>
          </a:p>
        </p:txBody>
      </p:sp>
      <p:sp>
        <p:nvSpPr>
          <p:cNvPr id="16" name="EDIT_VALUE_BOX_3"/>
          <p:cNvSpPr/>
          <p:nvPr/>
        </p:nvSpPr>
        <p:spPr>
          <a:xfrm>
            <a:off x="5989320" y="2596896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_LABEL_BOX_3"/>
          <p:cNvSpPr/>
          <p:nvPr/>
        </p:nvSpPr>
        <p:spPr>
          <a:xfrm>
            <a:off x="9317736" y="2596896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_VALUE_3"/>
          <p:cNvSpPr txBox="1"/>
          <p:nvPr/>
        </p:nvSpPr>
        <p:spPr>
          <a:xfrm>
            <a:off x="6035040" y="2615184"/>
            <a:ext cx="3236976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نوع کاربری</a:t>
            </a:r>
          </a:p>
        </p:txBody>
      </p:sp>
      <p:sp>
        <p:nvSpPr>
          <p:cNvPr id="19" name="EDIT_LABEL_3"/>
          <p:cNvSpPr txBox="1"/>
          <p:nvPr/>
        </p:nvSpPr>
        <p:spPr>
          <a:xfrm>
            <a:off x="9345168" y="2615184"/>
            <a:ext cx="1024127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نوع کاربری</a:t>
            </a:r>
          </a:p>
        </p:txBody>
      </p:sp>
      <p:sp>
        <p:nvSpPr>
          <p:cNvPr id="20" name="EDIT_VALUE_BOX_4"/>
          <p:cNvSpPr/>
          <p:nvPr/>
        </p:nvSpPr>
        <p:spPr>
          <a:xfrm>
            <a:off x="5989320" y="3017520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_LABEL_BOX_4"/>
          <p:cNvSpPr/>
          <p:nvPr/>
        </p:nvSpPr>
        <p:spPr>
          <a:xfrm>
            <a:off x="9317736" y="3017520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_VALUE_4"/>
          <p:cNvSpPr txBox="1"/>
          <p:nvPr/>
        </p:nvSpPr>
        <p:spPr>
          <a:xfrm>
            <a:off x="6035040" y="3035808"/>
            <a:ext cx="3236976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متراژ</a:t>
            </a:r>
          </a:p>
        </p:txBody>
      </p:sp>
      <p:sp>
        <p:nvSpPr>
          <p:cNvPr id="23" name="EDIT_LABEL_4"/>
          <p:cNvSpPr txBox="1"/>
          <p:nvPr/>
        </p:nvSpPr>
        <p:spPr>
          <a:xfrm>
            <a:off x="9345168" y="3035808"/>
            <a:ext cx="1024127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متراژ</a:t>
            </a:r>
          </a:p>
        </p:txBody>
      </p:sp>
      <p:sp>
        <p:nvSpPr>
          <p:cNvPr id="24" name="EDIT_VALUE_BOX_5"/>
          <p:cNvSpPr/>
          <p:nvPr/>
        </p:nvSpPr>
        <p:spPr>
          <a:xfrm>
            <a:off x="5989320" y="3438144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_LABEL_BOX_5"/>
          <p:cNvSpPr/>
          <p:nvPr/>
        </p:nvSpPr>
        <p:spPr>
          <a:xfrm>
            <a:off x="9317736" y="3438144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_VALUE_5"/>
          <p:cNvSpPr txBox="1"/>
          <p:nvPr/>
        </p:nvSpPr>
        <p:spPr>
          <a:xfrm>
            <a:off x="6035040" y="3456432"/>
            <a:ext cx="3236976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منطقه</a:t>
            </a:r>
          </a:p>
        </p:txBody>
      </p:sp>
      <p:sp>
        <p:nvSpPr>
          <p:cNvPr id="27" name="EDIT_LABEL_5"/>
          <p:cNvSpPr txBox="1"/>
          <p:nvPr/>
        </p:nvSpPr>
        <p:spPr>
          <a:xfrm>
            <a:off x="9345168" y="3456432"/>
            <a:ext cx="1024127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منطقه</a:t>
            </a:r>
          </a:p>
        </p:txBody>
      </p:sp>
      <p:sp>
        <p:nvSpPr>
          <p:cNvPr id="28" name="EDIT_VALUE_BOX_6"/>
          <p:cNvSpPr/>
          <p:nvPr/>
        </p:nvSpPr>
        <p:spPr>
          <a:xfrm>
            <a:off x="5989320" y="3858768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_LABEL_BOX_6"/>
          <p:cNvSpPr/>
          <p:nvPr/>
        </p:nvSpPr>
        <p:spPr>
          <a:xfrm>
            <a:off x="9317736" y="3858768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_VALUE_6"/>
          <p:cNvSpPr txBox="1"/>
          <p:nvPr/>
        </p:nvSpPr>
        <p:spPr>
          <a:xfrm>
            <a:off x="6035040" y="3877056"/>
            <a:ext cx="3236976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قیمت پایه</a:t>
            </a:r>
          </a:p>
        </p:txBody>
      </p:sp>
      <p:sp>
        <p:nvSpPr>
          <p:cNvPr id="31" name="EDIT_LABEL_6"/>
          <p:cNvSpPr txBox="1"/>
          <p:nvPr/>
        </p:nvSpPr>
        <p:spPr>
          <a:xfrm>
            <a:off x="9345168" y="3877056"/>
            <a:ext cx="1024127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قیمت پایه</a:t>
            </a:r>
          </a:p>
        </p:txBody>
      </p:sp>
      <p:sp>
        <p:nvSpPr>
          <p:cNvPr id="32" name="EDIT_VALUE_BOX_7"/>
          <p:cNvSpPr/>
          <p:nvPr/>
        </p:nvSpPr>
        <p:spPr>
          <a:xfrm>
            <a:off x="5989320" y="4279392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_LABEL_BOX_7"/>
          <p:cNvSpPr/>
          <p:nvPr/>
        </p:nvSpPr>
        <p:spPr>
          <a:xfrm>
            <a:off x="9317736" y="4279392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_VALUE_7"/>
          <p:cNvSpPr txBox="1"/>
          <p:nvPr/>
        </p:nvSpPr>
        <p:spPr>
          <a:xfrm>
            <a:off x="6035040" y="4297679"/>
            <a:ext cx="3236976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مدت قرارداد</a:t>
            </a:r>
          </a:p>
        </p:txBody>
      </p:sp>
      <p:sp>
        <p:nvSpPr>
          <p:cNvPr id="35" name="EDIT_LABEL_7"/>
          <p:cNvSpPr txBox="1"/>
          <p:nvPr/>
        </p:nvSpPr>
        <p:spPr>
          <a:xfrm>
            <a:off x="9345168" y="4297679"/>
            <a:ext cx="1024127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مدت قرارداد</a:t>
            </a:r>
          </a:p>
        </p:txBody>
      </p:sp>
      <p:sp>
        <p:nvSpPr>
          <p:cNvPr id="36" name="EDIT_VALUE_BOX_8"/>
          <p:cNvSpPr/>
          <p:nvPr/>
        </p:nvSpPr>
        <p:spPr>
          <a:xfrm>
            <a:off x="5989320" y="4700016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_LABEL_BOX_8"/>
          <p:cNvSpPr/>
          <p:nvPr/>
        </p:nvSpPr>
        <p:spPr>
          <a:xfrm>
            <a:off x="9317736" y="4700016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_VALUE_8"/>
          <p:cNvSpPr txBox="1"/>
          <p:nvPr/>
        </p:nvSpPr>
        <p:spPr>
          <a:xfrm>
            <a:off x="6035040" y="4718304"/>
            <a:ext cx="3236976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مبلغ سرمایه‌گذاری</a:t>
            </a:r>
          </a:p>
        </p:txBody>
      </p:sp>
      <p:sp>
        <p:nvSpPr>
          <p:cNvPr id="39" name="EDIT_LABEL_8"/>
          <p:cNvSpPr txBox="1"/>
          <p:nvPr/>
        </p:nvSpPr>
        <p:spPr>
          <a:xfrm>
            <a:off x="9345168" y="4718304"/>
            <a:ext cx="1024127" cy="31089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مبلغ سرمایه‌گذاری</a:t>
            </a:r>
          </a:p>
        </p:txBody>
      </p:sp>
      <p:sp>
        <p:nvSpPr>
          <p:cNvPr id="40" name="EDIT_NOTE_LABEL"/>
          <p:cNvSpPr txBox="1"/>
          <p:nvPr/>
        </p:nvSpPr>
        <p:spPr>
          <a:xfrm>
            <a:off x="8705088" y="5010912"/>
            <a:ext cx="1691640" cy="228600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r" rtl="1">
              <a:defRPr sz="1350" b="1">
                <a:solidFill>
                  <a:srgbClr val="19B5B8"/>
                </a:solidFill>
                <a:latin typeface="B Nazanin"/>
              </a:defRPr>
            </a:pPr>
            <a:r>
              <a:t>موقعیت ملک / توضیحات</a:t>
            </a:r>
          </a:p>
        </p:txBody>
      </p:sp>
      <p:sp>
        <p:nvSpPr>
          <p:cNvPr id="41" name="EDIT_NOTE_BOX"/>
          <p:cNvSpPr/>
          <p:nvPr/>
        </p:nvSpPr>
        <p:spPr>
          <a:xfrm>
            <a:off x="5989320" y="5257800"/>
            <a:ext cx="4407408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_NOTE"/>
          <p:cNvSpPr txBox="1"/>
          <p:nvPr/>
        </p:nvSpPr>
        <p:spPr>
          <a:xfrm>
            <a:off x="6099048" y="5349240"/>
            <a:ext cx="4187952" cy="530352"/>
          </a:xfrm>
          <a:prstGeom prst="rect">
            <a:avLst/>
          </a:prstGeom>
          <a:noFill/>
        </p:spPr>
        <p:txBody>
          <a:bodyPr wrap="square" lIns="15240" rIns="15240" tIns="6350" bIns="6350" anchor="t">
            <a:spAutoFit/>
          </a:bodyPr>
          <a:lstStyle/>
          <a:p>
            <a:pPr algn="r" rtl="1">
              <a:defRPr sz="1250" b="0">
                <a:solidFill>
                  <a:srgbClr val="687482"/>
                </a:solidFill>
                <a:latin typeface="B Nazanin"/>
              </a:defRPr>
            </a:pPr>
            <a:r>
              <a:t>متن موقعیت یا توضیحات را اینجا وارد کنید.</a:t>
            </a:r>
          </a:p>
        </p:txBody>
      </p:sp>
      <p:sp>
        <p:nvSpPr>
          <p:cNvPr id="43" name="EDIT_DEPARTMENT"/>
          <p:cNvSpPr txBox="1"/>
          <p:nvPr/>
        </p:nvSpPr>
        <p:spPr>
          <a:xfrm>
            <a:off x="4069080" y="6199632"/>
            <a:ext cx="4069080" cy="219456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150" b="1">
                <a:solidFill>
                  <a:srgbClr val="0C2B68"/>
                </a:solidFill>
                <a:latin typeface="B Nazanin"/>
              </a:defRPr>
            </a:pPr>
            <a:r>
              <a:t>مدیریت املاک و اقتصادی - اداره املاک و مستغلات</a:t>
            </a:r>
          </a:p>
        </p:txBody>
      </p:sp>
      <p:sp>
        <p:nvSpPr>
          <p:cNvPr id="44" name="EDIT_PAGE_NUMBER"/>
          <p:cNvSpPr txBox="1"/>
          <p:nvPr/>
        </p:nvSpPr>
        <p:spPr>
          <a:xfrm>
            <a:off x="11201400" y="6236208"/>
            <a:ext cx="502920" cy="274320"/>
          </a:xfrm>
          <a:prstGeom prst="rect">
            <a:avLst/>
          </a:prstGeom>
          <a:noFill/>
        </p:spPr>
        <p:txBody>
          <a:bodyPr wrap="square" lIns="15240" rIns="15240" tIns="6350" bIns="6350" anchor="ctr">
            <a:spAutoFit/>
          </a:bodyPr>
          <a:lstStyle/>
          <a:p>
            <a:pPr algn="ctr" rtl="1">
              <a:defRPr sz="1550" b="1">
                <a:solidFill>
                  <a:srgbClr val="0C2B68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